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9" r:id="rId2"/>
    <p:sldId id="257" r:id="rId3"/>
    <p:sldId id="258" r:id="rId4"/>
    <p:sldId id="261" r:id="rId5"/>
    <p:sldId id="265" r:id="rId6"/>
    <p:sldId id="268" r:id="rId7"/>
    <p:sldId id="266" r:id="rId8"/>
    <p:sldId id="270" r:id="rId9"/>
    <p:sldId id="267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294" y="84"/>
      </p:cViewPr>
      <p:guideLst>
        <p:guide orient="horz" pos="2160"/>
        <p:guide pos="40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C++</a:t>
            </a:r>
            <a:r>
              <a:rPr lang="zh-TW" altLang="en-US" dirty="0">
                <a:latin typeface="+mj-ea"/>
              </a:rPr>
              <a:t>程</a:t>
            </a:r>
            <a:r>
              <a:rPr lang="zh-TW" altLang="en-US" dirty="0" smtClean="0">
                <a:latin typeface="+mj-ea"/>
              </a:rPr>
              <a:t>式實作</a:t>
            </a:r>
            <a:r>
              <a:rPr lang="en-US" altLang="zh-TW" dirty="0" smtClean="0">
                <a:latin typeface="+mj-ea"/>
              </a:rPr>
              <a:t/>
            </a:r>
            <a:br>
              <a:rPr lang="en-US" altLang="zh-TW" dirty="0" smtClean="0">
                <a:latin typeface="+mj-ea"/>
              </a:rPr>
            </a:br>
            <a:r>
              <a:rPr lang="zh-TW" altLang="en-US" sz="4800" dirty="0">
                <a:solidFill>
                  <a:schemeClr val="bg1"/>
                </a:solidFill>
              </a:rPr>
              <a:t>西洋</a:t>
            </a:r>
            <a:r>
              <a:rPr lang="zh-TW" altLang="en-US" sz="4800" dirty="0" smtClean="0">
                <a:solidFill>
                  <a:schemeClr val="bg1"/>
                </a:solidFill>
              </a:rPr>
              <a:t>棋模擬器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復旦高中 </a:t>
            </a:r>
            <a:r>
              <a:rPr lang="en-US" altLang="zh-TW" dirty="0" smtClean="0"/>
              <a:t>349</a:t>
            </a:r>
            <a:r>
              <a:rPr lang="zh-TW" altLang="en-US" dirty="0" smtClean="0"/>
              <a:t>班 郭昀漢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356272" y="857250"/>
            <a:ext cx="27558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#include &lt;bits/stdc++.h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&gt;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using namespace std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;</a:t>
            </a:r>
          </a:p>
          <a:p>
            <a:endParaRPr lang="en-US" altLang="zh-TW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int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main() {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	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}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9317335" y="5281692"/>
            <a:ext cx="283375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--------------------------------</a:t>
            </a:r>
          </a:p>
          <a:p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Process exited after 0.02414 seconds with return value 0</a:t>
            </a:r>
          </a:p>
          <a:p>
            <a:r>
              <a:rPr lang="zh-TW" altLang="en-US" sz="1100" dirty="0">
                <a:solidFill>
                  <a:schemeClr val="bg1">
                    <a:lumMod val="65000"/>
                  </a:schemeClr>
                </a:solidFill>
              </a:rPr>
              <a:t>請按任意鍵繼續 </a:t>
            </a:r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. . .</a:t>
            </a:r>
            <a:endParaRPr lang="zh-TW" altLang="en-US" sz="1100" dirty="0">
              <a:solidFill>
                <a:schemeClr val="bg1">
                  <a:lumMod val="65000"/>
                </a:schemeClr>
              </a:solidFill>
            </a:endParaRPr>
          </a:p>
          <a:p>
            <a:endParaRPr lang="zh-TW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4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大綱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27062" y="864108"/>
            <a:ext cx="7315200" cy="4940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/>
              <a:t>⟐ 作品摘要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/>
              <a:t>⟐ 實作動機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/>
              <a:t>⟐ 編寫過程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/>
              <a:t>⟐ 成品展示</a:t>
            </a:r>
            <a:endParaRPr lang="en-US" altLang="zh-TW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 smtClean="0"/>
              <a:t>⟐ 心得反思</a:t>
            </a:r>
            <a:endParaRPr lang="en-US" altLang="zh-TW" sz="24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"/>
          <a:stretch/>
        </p:blipFill>
        <p:spPr>
          <a:xfrm rot="10800000">
            <a:off x="10580912" y="751114"/>
            <a:ext cx="1263419" cy="5363935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6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671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>
                <a:solidFill>
                  <a:schemeClr val="bg1"/>
                </a:solidFill>
              </a:rPr>
              <a:t>作品摘要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19668" y="659999"/>
            <a:ext cx="7754806" cy="2450592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這</a:t>
            </a:r>
            <a:r>
              <a:rPr lang="zh-TW" altLang="en-US" dirty="0"/>
              <a:t>是一個可</a:t>
            </a:r>
            <a:r>
              <a:rPr lang="zh-TW" altLang="en-US" dirty="0" smtClean="0"/>
              <a:t>以讓兩</a:t>
            </a:r>
            <a:r>
              <a:rPr lang="zh-TW" altLang="en-US" dirty="0"/>
              <a:t>個玩</a:t>
            </a:r>
            <a:r>
              <a:rPr lang="zh-TW" altLang="en-US" dirty="0" smtClean="0"/>
              <a:t>家下</a:t>
            </a:r>
            <a:r>
              <a:rPr lang="zh-TW" altLang="en-US" dirty="0"/>
              <a:t>西洋棋的程</a:t>
            </a:r>
            <a:r>
              <a:rPr lang="zh-TW" altLang="en-US" dirty="0" smtClean="0"/>
              <a:t>式</a:t>
            </a:r>
            <a:endParaRPr lang="en-US" altLang="zh-TW" dirty="0"/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大寫子母代</a:t>
            </a:r>
            <a:r>
              <a:rPr lang="zh-TW" altLang="en-US" dirty="0"/>
              <a:t>表白棋，小</a:t>
            </a:r>
            <a:r>
              <a:rPr lang="zh-TW" altLang="en-US" dirty="0" smtClean="0"/>
              <a:t>寫則代</a:t>
            </a:r>
            <a:r>
              <a:rPr lang="zh-TW" altLang="en-US" dirty="0"/>
              <a:t>表黑</a:t>
            </a:r>
            <a:r>
              <a:rPr lang="zh-TW" altLang="en-US" dirty="0" smtClean="0"/>
              <a:t>棋</a:t>
            </a:r>
            <a:endParaRPr lang="en-US" altLang="zh-TW" dirty="0" smtClean="0"/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輸入先後兩次座標</a:t>
            </a:r>
            <a:r>
              <a:rPr lang="zh-TW" altLang="en-US" dirty="0"/>
              <a:t>即可</a:t>
            </a:r>
            <a:r>
              <a:rPr lang="zh-TW" altLang="en-US" dirty="0" smtClean="0"/>
              <a:t>移</a:t>
            </a:r>
            <a:r>
              <a:rPr lang="zh-TW" altLang="en-US" dirty="0"/>
              <a:t>動棋</a:t>
            </a:r>
            <a:r>
              <a:rPr lang="zh-TW" altLang="en-US" dirty="0" smtClean="0"/>
              <a:t>子</a:t>
            </a:r>
            <a:endParaRPr lang="en-US" altLang="zh-TW" dirty="0" smtClean="0"/>
          </a:p>
          <a:p>
            <a:pPr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以類似訊息的方式呈現畫面</a:t>
            </a:r>
            <a:endParaRPr lang="en-US" altLang="zh-TW" dirty="0" smtClean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68" y="3020786"/>
            <a:ext cx="5814081" cy="30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2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實作動機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我曾加入校內的程式設計社團兩年，因此學會編寫</a:t>
            </a:r>
            <a:r>
              <a:rPr lang="en-US" altLang="zh-TW" dirty="0" smtClean="0"/>
              <a:t>C++</a:t>
            </a:r>
            <a:r>
              <a:rPr lang="zh-TW" altLang="en-US" dirty="0" smtClean="0"/>
              <a:t>程式，也會些演算法。我想試著使用</a:t>
            </a:r>
            <a:r>
              <a:rPr lang="en-US" altLang="zh-TW" dirty="0" smtClean="0"/>
              <a:t>C++</a:t>
            </a:r>
            <a:r>
              <a:rPr lang="zh-TW" altLang="en-US" dirty="0" smtClean="0"/>
              <a:t>來寫遊戲，因為我曾用過</a:t>
            </a:r>
            <a:r>
              <a:rPr lang="en-US" altLang="zh-TW" dirty="0" smtClean="0"/>
              <a:t>Scratch</a:t>
            </a:r>
            <a:r>
              <a:rPr lang="zh-TW" altLang="en-US" dirty="0" smtClean="0"/>
              <a:t>、</a:t>
            </a:r>
            <a:r>
              <a:rPr lang="en-US" altLang="zh-TW" dirty="0" smtClean="0"/>
              <a:t>Vp6</a:t>
            </a:r>
            <a:r>
              <a:rPr lang="zh-TW" altLang="en-US" dirty="0" smtClean="0"/>
              <a:t>、</a:t>
            </a:r>
            <a:r>
              <a:rPr lang="en-US" altLang="zh-TW" dirty="0" smtClean="0"/>
              <a:t>Arduino</a:t>
            </a:r>
            <a:r>
              <a:rPr lang="zh-TW" altLang="en-US" dirty="0" smtClean="0"/>
              <a:t>做過遊戲小品，但從來沒有用</a:t>
            </a:r>
            <a:r>
              <a:rPr lang="en-US" altLang="zh-TW" dirty="0" smtClean="0"/>
              <a:t>C++</a:t>
            </a:r>
            <a:r>
              <a:rPr lang="zh-TW" altLang="en-US" dirty="0" smtClean="0"/>
              <a:t>寫過，於是想要挑戰自我，用</a:t>
            </a:r>
            <a:r>
              <a:rPr lang="en-US" altLang="zh-TW" dirty="0" smtClean="0"/>
              <a:t>C++</a:t>
            </a:r>
            <a:r>
              <a:rPr lang="zh-TW" altLang="en-US" dirty="0" smtClean="0"/>
              <a:t>寫寫看。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在選擇遊戲主題時，我想到</a:t>
            </a:r>
            <a:r>
              <a:rPr lang="en-US" altLang="zh-TW" dirty="0" smtClean="0"/>
              <a:t>chess.com</a:t>
            </a:r>
            <a:r>
              <a:rPr lang="zh-TW" altLang="en-US" dirty="0" smtClean="0"/>
              <a:t>，它是一個能跟其他玩家連線下西洋棋的網站。而且「做出雙人西洋棋對戰遊戲」這個主題剛好符合我的能力，不會難到做不出來，但也具有挑戰性。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那幾天剛好是連假，於是我就開始編寫程式，嘗試寫出讓兩位玩家能在一台電腦上互相對戰的西洋棋程式。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29920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編寫過程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一開</a:t>
            </a:r>
            <a:r>
              <a:rPr lang="zh-TW" altLang="en-US" dirty="0" smtClean="0"/>
              <a:t>始，我想用二維陣列代表棋盤，發現透過不斷改變元素的圖案，就可以製造類似棋子移動的效果。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後來我在執行程式時，觀察到當換黑方下棋，棋盤的方向會不太符</a:t>
            </a:r>
            <a:r>
              <a:rPr lang="zh-TW" altLang="en-US" dirty="0"/>
              <a:t>合習慣</a:t>
            </a:r>
            <a:r>
              <a:rPr lang="zh-TW" altLang="en-US" dirty="0" smtClean="0"/>
              <a:t>，於是我讓電腦在每一次下棋都要</a:t>
            </a:r>
            <a:r>
              <a:rPr lang="zh-TW" altLang="en-US" dirty="0"/>
              <a:t>上下翻</a:t>
            </a:r>
            <a:r>
              <a:rPr lang="zh-TW" altLang="en-US" dirty="0" smtClean="0"/>
              <a:t>轉棋盤。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其</a:t>
            </a:r>
            <a:r>
              <a:rPr lang="zh-TW" altLang="en-US" dirty="0" smtClean="0"/>
              <a:t>實這樣就已經完成一半了，因為這樣已經是一個可以下棋的棋盤，但我想</a:t>
            </a:r>
            <a:r>
              <a:rPr lang="zh-TW" altLang="en-US" dirty="0"/>
              <a:t>加</a:t>
            </a:r>
            <a:r>
              <a:rPr lang="zh-TW" altLang="en-US" dirty="0" smtClean="0"/>
              <a:t>入判定輸贏以及棋子是否符合規則的機制，遊玩時更方便，也防止玩家作弊。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39403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編寫過程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9268" y="868680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接著就是</a:t>
            </a:r>
            <a:r>
              <a:rPr lang="en-US" altLang="zh-TW" dirty="0" smtClean="0"/>
              <a:t>if</a:t>
            </a:r>
            <a:r>
              <a:rPr lang="zh-TW" altLang="en-US" dirty="0"/>
              <a:t>跟</a:t>
            </a:r>
            <a:r>
              <a:rPr lang="en-US" altLang="zh-TW" dirty="0" smtClean="0"/>
              <a:t>else</a:t>
            </a:r>
            <a:r>
              <a:rPr lang="zh-TW" altLang="en-US" dirty="0" smtClean="0"/>
              <a:t>的衝擊，我花了好多時間就是為了把每一種棋子的移動方法都教會電腦，還要考慮特殊規則，例如兵的升變、國王易位、過路兵等，花了不少心力。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但是</a:t>
            </a:r>
            <a:r>
              <a:rPr lang="zh-TW" altLang="en-US" dirty="0" smtClean="0"/>
              <a:t>因為將軍、</a:t>
            </a:r>
            <a:r>
              <a:rPr lang="zh-TW" altLang="en-US" dirty="0"/>
              <a:t>將</a:t>
            </a:r>
            <a:r>
              <a:rPr lang="zh-TW" altLang="en-US" dirty="0" smtClean="0"/>
              <a:t>殺的判定機制太複雜，我想很久卻想不出解決方法，因此未編寫這一部分，交給玩家自行判斷。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我花了三天，終於完成了作品，雖然我把遊戲規則改成吃掉國王才算贏，沒有將軍</a:t>
            </a:r>
            <a:r>
              <a:rPr lang="zh-TW" altLang="en-US" dirty="0"/>
              <a:t>機</a:t>
            </a:r>
            <a:r>
              <a:rPr lang="zh-TW" altLang="en-US" dirty="0" smtClean="0"/>
              <a:t>制，但還是一個可以玩西洋棋的程式。三天連假就這麼地結束了，不過我卻感到十分充實。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76458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成品展</a:t>
            </a:r>
            <a:r>
              <a:rPr lang="zh-TW" altLang="en-US" sz="4400" dirty="0" smtClean="0"/>
              <a:t>示</a:t>
            </a:r>
            <a:r>
              <a:rPr lang="en-US" altLang="zh-TW" sz="4400" dirty="0" smtClean="0"/>
              <a:t/>
            </a:r>
            <a:br>
              <a:rPr lang="en-US" altLang="zh-TW" sz="4400" dirty="0" smtClean="0"/>
            </a:br>
            <a:r>
              <a:rPr lang="zh-TW" altLang="en-US" sz="2800" dirty="0" smtClean="0">
                <a:solidFill>
                  <a:schemeClr val="bg2">
                    <a:lumMod val="90000"/>
                  </a:schemeClr>
                </a:solidFill>
              </a:rPr>
              <a:t>程式內容</a:t>
            </a:r>
            <a:endParaRPr lang="zh-TW" altLang="en-US" sz="28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40" y="1189824"/>
            <a:ext cx="1881171" cy="1957895"/>
          </a:xfr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889" y="1189824"/>
            <a:ext cx="1983470" cy="195789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237" y="1192667"/>
            <a:ext cx="1909586" cy="194936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701" y="1189825"/>
            <a:ext cx="1832862" cy="195221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40" y="3696804"/>
            <a:ext cx="2770606" cy="195221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586" y="3696804"/>
            <a:ext cx="2552674" cy="1952212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709" y="3691122"/>
            <a:ext cx="2253854" cy="195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0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成品展</a:t>
            </a:r>
            <a:r>
              <a:rPr lang="zh-TW" altLang="en-US" sz="4400" dirty="0" smtClean="0"/>
              <a:t>示</a:t>
            </a:r>
            <a:r>
              <a:rPr lang="en-US" altLang="zh-TW" sz="4400" dirty="0" smtClean="0"/>
              <a:t/>
            </a:r>
            <a:br>
              <a:rPr lang="en-US" altLang="zh-TW" sz="4400" dirty="0" smtClean="0"/>
            </a:br>
            <a:r>
              <a:rPr lang="zh-TW" altLang="en-US" sz="2800" dirty="0" smtClean="0">
                <a:solidFill>
                  <a:schemeClr val="bg2">
                    <a:lumMod val="90000"/>
                  </a:schemeClr>
                </a:solidFill>
              </a:rPr>
              <a:t>執行結果</a:t>
            </a:r>
            <a:endParaRPr lang="zh-TW" altLang="en-US" sz="28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001" y="753618"/>
            <a:ext cx="2279186" cy="534162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07" y="759118"/>
            <a:ext cx="2257231" cy="533976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658" y="753618"/>
            <a:ext cx="2295121" cy="534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8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/>
              <a:t>心得</a:t>
            </a:r>
            <a:r>
              <a:rPr lang="zh-TW" altLang="en-US" sz="4400" dirty="0" smtClean="0"/>
              <a:t>反</a:t>
            </a:r>
            <a:r>
              <a:rPr lang="zh-TW" altLang="en-US" sz="4400" dirty="0"/>
              <a:t>思</a:t>
            </a:r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3869268" y="555172"/>
            <a:ext cx="7315200" cy="6302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 smtClean="0"/>
              <a:t>透</a:t>
            </a:r>
            <a:r>
              <a:rPr lang="zh-TW" altLang="en-US" dirty="0"/>
              <a:t>過開發這個西洋棋程式，我更深入理解了</a:t>
            </a:r>
            <a:r>
              <a:rPr lang="en-US" altLang="zh-TW" dirty="0"/>
              <a:t>C++</a:t>
            </a:r>
            <a:r>
              <a:rPr lang="zh-TW" altLang="en-US" dirty="0"/>
              <a:t>語</a:t>
            </a:r>
            <a:r>
              <a:rPr lang="zh-TW" altLang="en-US" dirty="0" smtClean="0"/>
              <a:t>言，</a:t>
            </a:r>
            <a:r>
              <a:rPr lang="zh-TW" altLang="en-US" dirty="0"/>
              <a:t>也在無形</a:t>
            </a:r>
            <a:r>
              <a:rPr lang="zh-TW" altLang="en-US" dirty="0" smtClean="0"/>
              <a:t>中增</a:t>
            </a:r>
            <a:r>
              <a:rPr lang="zh-TW" altLang="en-US" dirty="0"/>
              <a:t>強了我的邏輯思考能力和問題解決能力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然而，我也承認我有點逃避製作西洋棋中的將軍、將殺機制的部分，不該應為做不出來而忽略，有時還是要克服挑戰，才會成長。也許再繼續努力學習程式設計，就會想到解決方法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未來，我想把將軍、將殺的部分完成之外，還想深入學習</a:t>
            </a:r>
            <a:r>
              <a:rPr lang="en-US" altLang="zh-TW" dirty="0"/>
              <a:t>AI</a:t>
            </a:r>
            <a:r>
              <a:rPr lang="zh-TW" altLang="en-US" dirty="0"/>
              <a:t>，這樣就可以設計出跟人工智慧的電腦對手對戰的單人模式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sz="800" dirty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zh-TW" altLang="en-US" dirty="0"/>
              <a:t>期望我能勇於面對將來的挑戰，並且一一突破。</a:t>
            </a:r>
            <a:endParaRPr lang="en-US" altLang="zh-TW" dirty="0"/>
          </a:p>
          <a:p>
            <a:pPr>
              <a:lnSpc>
                <a:spcPts val="2800"/>
              </a:lnSpc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3109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39875" y="2923794"/>
            <a:ext cx="7315200" cy="1010412"/>
          </a:xfrm>
        </p:spPr>
        <p:txBody>
          <a:bodyPr/>
          <a:lstStyle/>
          <a:p>
            <a:pPr algn="ctr"/>
            <a:r>
              <a:rPr lang="zh-TW" altLang="en-US" dirty="0" smtClean="0"/>
              <a:t>謝謝大家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"/>
          <a:stretch/>
        </p:blipFill>
        <p:spPr>
          <a:xfrm>
            <a:off x="0" y="743266"/>
            <a:ext cx="1261347" cy="535514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61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9356272" y="857250"/>
            <a:ext cx="27558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#include &lt;bits/stdc++.h&gt;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using namespace std;</a:t>
            </a:r>
          </a:p>
          <a:p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 main() {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	cout &lt;&lt; "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謝謝大家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";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}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9317335" y="5114511"/>
            <a:ext cx="283375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chemeClr val="bg1">
                    <a:lumMod val="65000"/>
                  </a:schemeClr>
                </a:solidFill>
              </a:rPr>
              <a:t>謝謝大家</a:t>
            </a:r>
          </a:p>
          <a:p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--------------------------------</a:t>
            </a:r>
          </a:p>
          <a:p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Process exited after 0.09252 seconds with return value 0</a:t>
            </a:r>
          </a:p>
          <a:p>
            <a:r>
              <a:rPr lang="zh-TW" altLang="en-US" sz="1100" dirty="0">
                <a:solidFill>
                  <a:schemeClr val="bg1">
                    <a:lumMod val="65000"/>
                  </a:schemeClr>
                </a:solidFill>
              </a:rPr>
              <a:t>請按任意鍵繼續 </a:t>
            </a:r>
            <a:r>
              <a:rPr lang="en-US" altLang="zh-TW" sz="1100" dirty="0">
                <a:solidFill>
                  <a:schemeClr val="bg1">
                    <a:lumMod val="65000"/>
                  </a:schemeClr>
                </a:solidFill>
              </a:rPr>
              <a:t>. . .</a:t>
            </a:r>
            <a:endParaRPr lang="zh-TW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46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框架">
  <a:themeElements>
    <a:clrScheme name="藍色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319</TotalTime>
  <Words>994</Words>
  <Application>Microsoft Office PowerPoint</Application>
  <PresentationFormat>寬螢幕</PresentationFormat>
  <Paragraphs>61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Arial</vt:lpstr>
      <vt:lpstr>Garamond</vt:lpstr>
      <vt:lpstr>Trebuchet MS</vt:lpstr>
      <vt:lpstr>Wingdings 2</vt:lpstr>
      <vt:lpstr>框架</vt:lpstr>
      <vt:lpstr>C++程式實作 西洋棋模擬器</vt:lpstr>
      <vt:lpstr>大綱</vt:lpstr>
      <vt:lpstr>作品摘要</vt:lpstr>
      <vt:lpstr>實作動機</vt:lpstr>
      <vt:lpstr>編寫過程</vt:lpstr>
      <vt:lpstr>編寫過程</vt:lpstr>
      <vt:lpstr>成品展示 程式內容</vt:lpstr>
      <vt:lpstr>成品展示 執行結果</vt:lpstr>
      <vt:lpstr>心得反思</vt:lpstr>
      <vt:lpstr>謝謝大家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參加APCS檢定考試</dc:title>
  <dc:creator>Administrator</dc:creator>
  <cp:lastModifiedBy>Administrator</cp:lastModifiedBy>
  <cp:revision>33</cp:revision>
  <dcterms:created xsi:type="dcterms:W3CDTF">2023-07-27T12:14:57Z</dcterms:created>
  <dcterms:modified xsi:type="dcterms:W3CDTF">2023-07-27T17:35:00Z</dcterms:modified>
</cp:coreProperties>
</file>